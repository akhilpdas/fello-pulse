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1F5FBF"/>
                </a:solidFill>
              </a:defRPr>
            </a:pPr>
            <a:r>
              <a:t>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0">
                <a:solidFill>
                  <a:srgbClr val="1B1F2A"/>
                </a:solidFill>
              </a:defRPr>
            </a:pPr>
            <a:r>
              <a:t>Renewal-risk prioritisation for Customer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93192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5B6373"/>
                </a:solidFill>
              </a:defRPr>
            </a:pPr>
            <a:r>
              <a:t>What I decided, what I deliberately skipped, and how I know it works.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1.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120 accounts per CSM, attention by guesswork. Two renewals lost; the signals were in Zendesk and usage all along.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2. What the request asked for — and why we changed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Health-score dashboard + auto-email red accounts → ranked, bounded, evidence-backed queue + reviewed drafts. (D1–D6)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3. The Monday queue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5B6373"/>
                </a:solidFill>
              </a:defRPr>
            </a:pPr>
            <a:r>
              <a:t>A short ordered list, with the reason and the change since last cycle.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103120"/>
          <a:ext cx="10881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554480"/>
                <a:gridCol w="1554480"/>
                <a:gridCol w="1554480"/>
                <a:gridCol w="155448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Account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Tier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Risk (90d)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Value at 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Renews 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Main driver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Δ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Castlegate Estates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62828"/>
                          </a:solidFill>
                        </a:defRPr>
                      </a:pPr>
                      <a: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$1,692,592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15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usage decline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Windmere Capital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62828"/>
                          </a:solidFill>
                        </a:defRPr>
                      </a:pPr>
                      <a: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$1,981,373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60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commercial signals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Lakeshore Collective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62828"/>
                          </a:solidFill>
                        </a:defRPr>
                      </a:pPr>
                      <a: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$1,945,627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34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commercial signals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Pinnacle Estates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62828"/>
                          </a:solidFill>
                        </a:defRPr>
                      </a:pPr>
                      <a: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$1,236,967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6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usage decline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Alderwood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62828"/>
                          </a:solidFill>
                        </a:defRPr>
                      </a:pPr>
                      <a: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$1,120,020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24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usage decline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Northstar Realty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62828"/>
                          </a:solidFill>
                        </a:defRPr>
                      </a:pPr>
                      <a: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$2,135,628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156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commercial signals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Sunvale Partners 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62828"/>
                          </a:solidFill>
                        </a:defRPr>
                      </a:pPr>
                      <a: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$1,350,064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70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usage decline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Ironwood Estates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62828"/>
                          </a:solidFill>
                        </a:defRPr>
                      </a:pPr>
                      <a: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$900,182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overdue 6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usage decline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577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B6373"/>
                </a:solidFill>
              </a:defRPr>
            </a:pPr>
            <a:r>
              <a:t>12 accounts in this week's queue; 2490 more scored but below the capacity cut. Real data from the running system.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4. Every number has a trail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Drivers → evidence ids → original source payload. Score diff: what moved, by how much.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5. It works while nobody is watching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Ingest → score → detect change → draft → record. Run log shows what it did *and what it declined, and why*.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6. Bounded autonomy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Drafts by default. Auto-send: per tenant, per play, opt-in, suppression + rate limit. SC-011.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7. Five guarantees, each a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Point-in-time · model ranks/LLM writes · reviewed boundary · tenant isolation (RLS, mutation-verified) · explained outputs.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8. Does the model earn its place?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Precision@100 0.29 vs 0.02 baseline (~12×; range 0.22–0.33 by row order); AUC 0.69; promotion is gated on beating the baseline at the operating point.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9. What we are honest about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Two planted lost-renewal accounts not flagged → lead time not claimed. Diagnosed, documented (B-15).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10. 10× and 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Cycle is first to break (batched loading, more workers). Next: response-time feature work with held-out validation, uplift once intervention history exists.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