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5FBF"/>
                </a:solidFill>
              </a:defRPr>
            </a:pPr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B1F2A"/>
                </a:solidFill>
              </a:defRPr>
            </a:pPr>
            <a:r>
              <a:t>Renewal-risk prioritisation for 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What I decided, what I deliberately skipped, and how I know it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120 accounts per CSM, attention by guesswork. Two renewals lost; the signals were in Zendesk and usage all along.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2. What the request asked for — and why we changed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Health-score dashboard + auto-email red accounts → ranked, bounded, evidence-backed queue + reviewed drafts. (D1–D6)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3. The Monday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Tier, risk, value at risk, renewal distance, main driver, delta since last cycle, and the below-the-cut count.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4. Every number has a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Drivers → evidence ids → original source payload. Score diff: what moved, by how much.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5. It works while nobody is watching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Ingest → score → detect change → draft → record. Run log shows what it did *and what it declined, and why*.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6. Bounded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Drafts by default. Auto-send: per tenant, per play, opt-in, suppression + rate limit. SC-011.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7. Five guarantees, each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Point-in-time · model ranks/LLM writes · reviewed boundary · tenant isolation (RLS, mutation-verified) · explained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8. Does the model earn its 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Precision@100 0.20 vs 0.02 baseline (~9×); AUC 0.68; promotion is gated on beating the baseline at the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9. What we are honest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Two planted lost-renewal accounts not flagged → lead time not claimed. Diagnosed, documented (B-15).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10. 10× and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Cycle is first to break (batched loading, more workers). Next: response-time feature work with held-out validation, uplift once intervention history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