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F5FBF"/>
                </a:solidFill>
              </a:defRPr>
            </a:pPr>
            <a:r>
              <a:t>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1B1F2A"/>
                </a:solidFill>
              </a:defRPr>
            </a:pPr>
            <a:r>
              <a:t>Renewal-risk prioritisation for Customer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B6373"/>
                </a:solidFill>
              </a:defRPr>
            </a:pPr>
            <a:r>
              <a:t>What I decided, what I deliberately skipped, and how I know it works.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5FBF"/>
                </a:solidFill>
              </a:defRPr>
            </a:pPr>
            <a: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B1F2A"/>
                </a:solidFill>
              </a:defRPr>
            </a:pPr>
            <a:r>
              <a:t>120 accounts per CSM, attention by guesswork. Two renewals lost; the signals were in Zendesk and usage all along.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5FBF"/>
                </a:solidFill>
              </a:defRPr>
            </a:pPr>
            <a:r>
              <a:t>2. What the request asked for — and why we changed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B1F2A"/>
                </a:solidFill>
              </a:defRPr>
            </a:pPr>
            <a:r>
              <a:t>Health-score dashboard + auto-email red accounts → ranked, bounded, evidence-backed queue + reviewed drafts. (D1–D6)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5FBF"/>
                </a:solidFill>
              </a:defRPr>
            </a:pPr>
            <a:r>
              <a:t>3. The Monday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B6373"/>
                </a:solidFill>
              </a:defRPr>
            </a:pPr>
            <a:r>
              <a:t>A short ordered list, with the reason and the change since last cycle.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031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Risk (90d)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Value 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Renews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Main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Δ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Castlegate Estates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62828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$842,233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37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commercial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+0.12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Lakeshore Collective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26A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$1,945,627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63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commercial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-0.00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Windmere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26A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$1,981,373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89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commercial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+0.10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Pinnacle Estates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62828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$1,236,967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35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commercial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-0.02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Redwood Residential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26A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$1,324,171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61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commercial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+0.03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Castlegate Estates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26A00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$1,692,592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44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commercial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+0.00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Pinnacle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62828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$605,623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59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commercial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+0.02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Silverline Advisors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62828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$539,776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28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commercial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-0.01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5778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B6373"/>
                </a:solidFill>
              </a:defRPr>
            </a:pPr>
            <a:r>
              <a:t>12 accounts in this week's queue; 2254 more scored but below the capacity cut. Real data from the running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5FBF"/>
                </a:solidFill>
              </a:defRPr>
            </a:pPr>
            <a:r>
              <a:t>4. Every number has a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B1F2A"/>
                </a:solidFill>
              </a:defRPr>
            </a:pPr>
            <a:r>
              <a:t>Drivers → evidence ids → original source payload. Score diff: what moved, by how much.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5FBF"/>
                </a:solidFill>
              </a:defRPr>
            </a:pPr>
            <a:r>
              <a:t>5. It works while nobody is watching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B1F2A"/>
                </a:solidFill>
              </a:defRPr>
            </a:pPr>
            <a:r>
              <a:t>Ingest → score → detect change → draft → record. Run log shows what it did and what it declined, and why.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5FBF"/>
                </a:solidFill>
              </a:defRPr>
            </a:pPr>
            <a:r>
              <a:t>6. Bounded autonomy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B1F2A"/>
                </a:solidFill>
              </a:defRPr>
            </a:pPr>
            <a:r>
              <a:t>Drafts by default. Auto-send: per tenant, per play, opt-in, suppression + rate limit. Real email only through a verified sender, never to an opted-out or contact-less account, and in demo mode (the default) never to a real customer. An ambiguous send is never retried.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5FBF"/>
                </a:solidFill>
              </a:defRPr>
            </a:pPr>
            <a:r>
              <a:t>7. Five guarantees, each a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B1F2A"/>
                </a:solidFill>
              </a:defRPr>
            </a:pPr>
            <a:r>
              <a:t>Point-in-time · model ranks/LLM writes (only from derived facts; output rejected if a number or claim is untraceable) · reviewed boundary · tenant isolation (RLS, mutation-verified; tenant from a verified session, never a header) · explained outputs.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5FBF"/>
                </a:solidFill>
              </a:defRPr>
            </a:pPr>
            <a:r>
              <a:t>8. Does the model earn its place?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B1F2A"/>
                </a:solidFill>
              </a:defRPr>
            </a:pPr>
            <a:r>
              <a:t>Rolling backtest (4 folds, last 52 weeks, each fold scored by a model that saw only what was known then): ROC-AUC 0.661, against 0.673 for an oracle that knows every account's hidden health — on this data 0.7 is close to the ceiling. Lead time over all 390 losses: at the amber line (≥10% risk, 4.6% of account-weeks) 32% flagged, median 72 days ahead; oracle 33%. Precision@100 about 0.5 vs 0.02 for the heuristic on the latest block (one draw). Promotion is gated on beating the baseline at the operating 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5FBF"/>
                </a:solidFill>
              </a:defRPr>
            </a:pPr>
            <a:r>
              <a:t>9. Try it in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B1F2A"/>
                </a:solidFill>
              </a:defRPr>
            </a:pPr>
            <a:r>
              <a:t>Two ways in. Hosted: a free Render service with a free Postgres (link and sign-in are in the submission email); it sleeps when idle, so the first load can take about a minute (measured: 48 s), and its database lasts about 30 days. Local: docker compose up plus load-seed loads a checksummed 51 MB seed in 15 s, history included. The old path measured 7 min 37 s to build plus 10 to 46 minutes of backfill. Verified: backend 602 tests, frontend 49, 13 of 13 browser scenarios in real Chrome; the hosted site was checked in a browser after deploy.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5FBF"/>
                </a:solidFill>
              </a:defRPr>
            </a:pPr>
            <a:r>
              <a:t>10. What we are honest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B1F2A"/>
                </a:solidFill>
              </a:defRPr>
            </a:pPr>
            <a:r>
              <a:t>The two planted lost-renewal accounts are not flagged out of sample, and they are poor tests (one is forced to churn by a rule no health signal shows; the other churned a year before its planted collapse) — so lead time is measured over every loss instead (B-33). About 70% of losses are not foreseeable from these signals. A new small tenant gets almost nothing from the shared model (cold-start AUC 0.46). Drafts: 91 of the 106 in the demo were written by a free Groq model (qwen/qwen3.8-27b) in one real cycle, labelled "Drafted by llm"; 15 are templates; the guardrail rejected 3 model replies. The hosted demo shows those saved results — no background worker runs on the free tier. Email was verified over real SMTP against a local mail server, including an unattended send, but no real mail provider has been used; the Anthropic API has not been run. Earlier-week scores are in-sample, for browsing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5FBF"/>
                </a:solidFill>
              </a:defRPr>
            </a:pPr>
            <a:r>
              <a:t>11. 10×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B1F2A"/>
                </a:solidFill>
              </a:defRPr>
            </a:pPr>
            <a:r>
              <a:t>Cycle is first to break (batched loading, more workers). Next: uplift once intervention history exists. More features would not help here — the existing ones already reconstruct the hidden health (R² 0.78) and adding the true health gained nothing.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